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7" r:id="rId3"/>
    <p:sldId id="259" r:id="rId4"/>
    <p:sldId id="262" r:id="rId5"/>
    <p:sldId id="264" r:id="rId6"/>
    <p:sldId id="258" r:id="rId7"/>
    <p:sldId id="263" r:id="rId8"/>
    <p:sldId id="266" r:id="rId9"/>
    <p:sldId id="269" r:id="rId10"/>
    <p:sldId id="260" r:id="rId11"/>
    <p:sldId id="268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BFC22-ED25-4427-9768-6C3EAC949009}" v="464" dt="2026-09-28T19:04:49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AC98F-1D7D-47E4-9CC8-7D737D7750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A083375-D5AC-4F24-9301-CC05761B9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high funding reaching 33%</a:t>
          </a:r>
          <a:r>
            <a:rPr lang="en-US" dirty="0">
              <a:latin typeface="Aptos Display" panose="02110004020202020204"/>
            </a:rPr>
            <a:t> worldwide</a:t>
          </a:r>
          <a:endParaRPr lang="en-US" dirty="0"/>
        </a:p>
      </dgm:t>
    </dgm:pt>
    <dgm:pt modelId="{7181494E-E1E9-424F-9C55-8F13C5824078}" type="parTrans" cxnId="{8A5CCCA9-0E19-4C24-967A-041D91662B90}">
      <dgm:prSet/>
      <dgm:spPr/>
      <dgm:t>
        <a:bodyPr/>
        <a:lstStyle/>
        <a:p>
          <a:endParaRPr lang="en-US"/>
        </a:p>
      </dgm:t>
    </dgm:pt>
    <dgm:pt modelId="{AE6F9EAB-8242-4F5B-8C16-65FA58B89332}" type="sibTrans" cxnId="{8A5CCCA9-0E19-4C24-967A-041D91662B90}">
      <dgm:prSet/>
      <dgm:spPr/>
      <dgm:t>
        <a:bodyPr/>
        <a:lstStyle/>
        <a:p>
          <a:endParaRPr lang="en-US"/>
        </a:p>
      </dgm:t>
    </dgm:pt>
    <dgm:pt modelId="{E305F9D8-5898-4D26-8C2C-742A0A210D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highest ROI 13333.33</a:t>
          </a:r>
          <a:r>
            <a:rPr lang="en-US" dirty="0">
              <a:latin typeface="Aptos Display" panose="02110004020202020204"/>
            </a:rPr>
            <a:t> USD</a:t>
          </a:r>
          <a:endParaRPr lang="en-US" dirty="0"/>
        </a:p>
      </dgm:t>
    </dgm:pt>
    <dgm:pt modelId="{D5E67DB3-7BE3-49D5-9017-58779927F5B3}" type="parTrans" cxnId="{1AEE80A7-3161-409F-B118-8607DA41657C}">
      <dgm:prSet/>
      <dgm:spPr/>
      <dgm:t>
        <a:bodyPr/>
        <a:lstStyle/>
        <a:p>
          <a:endParaRPr lang="en-US"/>
        </a:p>
      </dgm:t>
    </dgm:pt>
    <dgm:pt modelId="{738F415A-2600-425B-9C60-A966F3B8E919}" type="sibTrans" cxnId="{1AEE80A7-3161-409F-B118-8607DA41657C}">
      <dgm:prSet/>
      <dgm:spPr/>
      <dgm:t>
        <a:bodyPr/>
        <a:lstStyle/>
        <a:p>
          <a:endParaRPr lang="en-US"/>
        </a:p>
      </dgm:t>
    </dgm:pt>
    <dgm:pt modelId="{E083184C-7EC5-4068-BBC2-562C7C90A439}" type="pres">
      <dgm:prSet presAssocID="{286AC98F-1D7D-47E4-9CC8-7D737D7750FA}" presName="root" presStyleCnt="0">
        <dgm:presLayoutVars>
          <dgm:dir/>
          <dgm:resizeHandles val="exact"/>
        </dgm:presLayoutVars>
      </dgm:prSet>
      <dgm:spPr/>
    </dgm:pt>
    <dgm:pt modelId="{048901A5-2A21-4290-BD49-7B9C2277666B}" type="pres">
      <dgm:prSet presAssocID="{CA083375-D5AC-4F24-9301-CC05761B9F6B}" presName="compNode" presStyleCnt="0"/>
      <dgm:spPr/>
    </dgm:pt>
    <dgm:pt modelId="{E58C8322-E3EF-4EE9-B157-D9EF631E72E4}" type="pres">
      <dgm:prSet presAssocID="{CA083375-D5AC-4F24-9301-CC05761B9F6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18956AA-B8DB-4ACF-9DD6-81266FA02B91}" type="pres">
      <dgm:prSet presAssocID="{CA083375-D5AC-4F24-9301-CC05761B9F6B}" presName="spaceRect" presStyleCnt="0"/>
      <dgm:spPr/>
    </dgm:pt>
    <dgm:pt modelId="{1D536FEB-1318-4858-B693-FC27FDE8A2BB}" type="pres">
      <dgm:prSet presAssocID="{CA083375-D5AC-4F24-9301-CC05761B9F6B}" presName="textRect" presStyleLbl="revTx" presStyleIdx="0" presStyleCnt="2">
        <dgm:presLayoutVars>
          <dgm:chMax val="1"/>
          <dgm:chPref val="1"/>
        </dgm:presLayoutVars>
      </dgm:prSet>
      <dgm:spPr/>
    </dgm:pt>
    <dgm:pt modelId="{B59BD8CB-C6B6-4336-BC2A-4DE80D4AF400}" type="pres">
      <dgm:prSet presAssocID="{AE6F9EAB-8242-4F5B-8C16-65FA58B89332}" presName="sibTrans" presStyleCnt="0"/>
      <dgm:spPr/>
    </dgm:pt>
    <dgm:pt modelId="{3824C367-4F7F-451A-8CFC-4C5D27041FB0}" type="pres">
      <dgm:prSet presAssocID="{E305F9D8-5898-4D26-8C2C-742A0A210DE6}" presName="compNode" presStyleCnt="0"/>
      <dgm:spPr/>
    </dgm:pt>
    <dgm:pt modelId="{922F5559-1F97-4341-B3B7-5313C78FDE9F}" type="pres">
      <dgm:prSet presAssocID="{E305F9D8-5898-4D26-8C2C-742A0A210DE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7FA1A4A-51BF-4777-B113-67355CF96C3C}" type="pres">
      <dgm:prSet presAssocID="{E305F9D8-5898-4D26-8C2C-742A0A210DE6}" presName="spaceRect" presStyleCnt="0"/>
      <dgm:spPr/>
    </dgm:pt>
    <dgm:pt modelId="{DBCB21B5-B481-4F58-943D-455FD93EAA43}" type="pres">
      <dgm:prSet presAssocID="{E305F9D8-5898-4D26-8C2C-742A0A210D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AEE80A7-3161-409F-B118-8607DA41657C}" srcId="{286AC98F-1D7D-47E4-9CC8-7D737D7750FA}" destId="{E305F9D8-5898-4D26-8C2C-742A0A210DE6}" srcOrd="1" destOrd="0" parTransId="{D5E67DB3-7BE3-49D5-9017-58779927F5B3}" sibTransId="{738F415A-2600-425B-9C60-A966F3B8E919}"/>
    <dgm:cxn modelId="{A960ABA8-166F-4DA0-A7C2-5ADB6866C658}" type="presOf" srcId="{CA083375-D5AC-4F24-9301-CC05761B9F6B}" destId="{1D536FEB-1318-4858-B693-FC27FDE8A2BB}" srcOrd="0" destOrd="0" presId="urn:microsoft.com/office/officeart/2018/2/layout/IconLabelList"/>
    <dgm:cxn modelId="{8A5CCCA9-0E19-4C24-967A-041D91662B90}" srcId="{286AC98F-1D7D-47E4-9CC8-7D737D7750FA}" destId="{CA083375-D5AC-4F24-9301-CC05761B9F6B}" srcOrd="0" destOrd="0" parTransId="{7181494E-E1E9-424F-9C55-8F13C5824078}" sibTransId="{AE6F9EAB-8242-4F5B-8C16-65FA58B89332}"/>
    <dgm:cxn modelId="{51BE8EC1-887B-4993-A2DD-BD2DE11D7116}" type="presOf" srcId="{E305F9D8-5898-4D26-8C2C-742A0A210DE6}" destId="{DBCB21B5-B481-4F58-943D-455FD93EAA43}" srcOrd="0" destOrd="0" presId="urn:microsoft.com/office/officeart/2018/2/layout/IconLabelList"/>
    <dgm:cxn modelId="{7B04DBDE-D898-4FD8-AAD5-2C0A2AB2912E}" type="presOf" srcId="{286AC98F-1D7D-47E4-9CC8-7D737D7750FA}" destId="{E083184C-7EC5-4068-BBC2-562C7C90A439}" srcOrd="0" destOrd="0" presId="urn:microsoft.com/office/officeart/2018/2/layout/IconLabelList"/>
    <dgm:cxn modelId="{EDF59FE0-DB90-4681-B0D8-C8FBD9BF194E}" type="presParOf" srcId="{E083184C-7EC5-4068-BBC2-562C7C90A439}" destId="{048901A5-2A21-4290-BD49-7B9C2277666B}" srcOrd="0" destOrd="0" presId="urn:microsoft.com/office/officeart/2018/2/layout/IconLabelList"/>
    <dgm:cxn modelId="{F03F840F-05E9-4249-87FF-C55425A224AF}" type="presParOf" srcId="{048901A5-2A21-4290-BD49-7B9C2277666B}" destId="{E58C8322-E3EF-4EE9-B157-D9EF631E72E4}" srcOrd="0" destOrd="0" presId="urn:microsoft.com/office/officeart/2018/2/layout/IconLabelList"/>
    <dgm:cxn modelId="{16D2AD53-AB8A-464E-8170-8C2B137402DE}" type="presParOf" srcId="{048901A5-2A21-4290-BD49-7B9C2277666B}" destId="{E18956AA-B8DB-4ACF-9DD6-81266FA02B91}" srcOrd="1" destOrd="0" presId="urn:microsoft.com/office/officeart/2018/2/layout/IconLabelList"/>
    <dgm:cxn modelId="{1E49C8D0-EC9A-4138-8668-234ABC16B413}" type="presParOf" srcId="{048901A5-2A21-4290-BD49-7B9C2277666B}" destId="{1D536FEB-1318-4858-B693-FC27FDE8A2BB}" srcOrd="2" destOrd="0" presId="urn:microsoft.com/office/officeart/2018/2/layout/IconLabelList"/>
    <dgm:cxn modelId="{5D285A3D-20C2-432E-B445-D82E851720BE}" type="presParOf" srcId="{E083184C-7EC5-4068-BBC2-562C7C90A439}" destId="{B59BD8CB-C6B6-4336-BC2A-4DE80D4AF400}" srcOrd="1" destOrd="0" presId="urn:microsoft.com/office/officeart/2018/2/layout/IconLabelList"/>
    <dgm:cxn modelId="{C815A418-1A94-4CF2-9DC2-BE8F75345BD1}" type="presParOf" srcId="{E083184C-7EC5-4068-BBC2-562C7C90A439}" destId="{3824C367-4F7F-451A-8CFC-4C5D27041FB0}" srcOrd="2" destOrd="0" presId="urn:microsoft.com/office/officeart/2018/2/layout/IconLabelList"/>
    <dgm:cxn modelId="{98AFCD88-CE25-4503-A6F3-2960C8C02B4C}" type="presParOf" srcId="{3824C367-4F7F-451A-8CFC-4C5D27041FB0}" destId="{922F5559-1F97-4341-B3B7-5313C78FDE9F}" srcOrd="0" destOrd="0" presId="urn:microsoft.com/office/officeart/2018/2/layout/IconLabelList"/>
    <dgm:cxn modelId="{115CF538-CC00-4AF5-A107-2963A7AC30DB}" type="presParOf" srcId="{3824C367-4F7F-451A-8CFC-4C5D27041FB0}" destId="{47FA1A4A-51BF-4777-B113-67355CF96C3C}" srcOrd="1" destOrd="0" presId="urn:microsoft.com/office/officeart/2018/2/layout/IconLabelList"/>
    <dgm:cxn modelId="{5CEDA685-8B0A-4538-B252-60368A5BC089}" type="presParOf" srcId="{3824C367-4F7F-451A-8CFC-4C5D27041FB0}" destId="{DBCB21B5-B481-4F58-943D-455FD93EAA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7E37C4-583A-4AA9-BBE6-00632C59EDB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A526E7-D566-416C-AA14-C726C52AF8C3}">
      <dgm:prSet/>
      <dgm:spPr/>
      <dgm:t>
        <a:bodyPr/>
        <a:lstStyle/>
        <a:p>
          <a:pPr>
            <a:defRPr cap="all"/>
          </a:pPr>
          <a:r>
            <a:rPr lang="en-US"/>
            <a:t>venture capital firms, angel investors</a:t>
          </a:r>
        </a:p>
      </dgm:t>
    </dgm:pt>
    <dgm:pt modelId="{75EAABF6-0B69-48E9-B5FC-4D8167BF7A2A}" type="parTrans" cxnId="{1B91AF19-2F93-4D4D-9DFA-951B5C18DDC7}">
      <dgm:prSet/>
      <dgm:spPr/>
      <dgm:t>
        <a:bodyPr/>
        <a:lstStyle/>
        <a:p>
          <a:endParaRPr lang="en-US"/>
        </a:p>
      </dgm:t>
    </dgm:pt>
    <dgm:pt modelId="{BDE81BFE-1676-4485-B3A7-681698325F75}" type="sibTrans" cxnId="{1B91AF19-2F93-4D4D-9DFA-951B5C18DDC7}">
      <dgm:prSet/>
      <dgm:spPr/>
      <dgm:t>
        <a:bodyPr/>
        <a:lstStyle/>
        <a:p>
          <a:endParaRPr lang="en-US"/>
        </a:p>
      </dgm:t>
    </dgm:pt>
    <dgm:pt modelId="{4FFAF60F-7C07-42A1-B9ED-1419B0CC00D0}">
      <dgm:prSet/>
      <dgm:spPr/>
      <dgm:t>
        <a:bodyPr/>
        <a:lstStyle/>
        <a:p>
          <a:pPr>
            <a:defRPr cap="all"/>
          </a:pPr>
          <a:r>
            <a:rPr lang="en-US"/>
            <a:t>Supportive Infrastructure and Resources</a:t>
          </a:r>
        </a:p>
      </dgm:t>
    </dgm:pt>
    <dgm:pt modelId="{A9128D23-4E4E-475F-997A-84D988D00CE8}" type="parTrans" cxnId="{68204EBC-476E-4A11-AC62-BFCF663C5305}">
      <dgm:prSet/>
      <dgm:spPr/>
      <dgm:t>
        <a:bodyPr/>
        <a:lstStyle/>
        <a:p>
          <a:endParaRPr lang="en-US"/>
        </a:p>
      </dgm:t>
    </dgm:pt>
    <dgm:pt modelId="{8D2F9AD0-8430-45B9-97FC-93D30C63173F}" type="sibTrans" cxnId="{68204EBC-476E-4A11-AC62-BFCF663C5305}">
      <dgm:prSet/>
      <dgm:spPr/>
      <dgm:t>
        <a:bodyPr/>
        <a:lstStyle/>
        <a:p>
          <a:endParaRPr lang="en-US"/>
        </a:p>
      </dgm:t>
    </dgm:pt>
    <dgm:pt modelId="{969E74E3-2EEC-4D1B-BCC5-4241B261D657}">
      <dgm:prSet/>
      <dgm:spPr/>
      <dgm:t>
        <a:bodyPr/>
        <a:lstStyle/>
        <a:p>
          <a:pPr>
            <a:defRPr cap="all"/>
          </a:pPr>
          <a:r>
            <a:rPr lang="en-US"/>
            <a:t>Government Policies and Regulations</a:t>
          </a:r>
        </a:p>
      </dgm:t>
    </dgm:pt>
    <dgm:pt modelId="{14A1529C-3B77-4E23-A60A-039D1D501BA5}" type="parTrans" cxnId="{D259A5FD-D541-47BD-9D7F-E8243FE40211}">
      <dgm:prSet/>
      <dgm:spPr/>
      <dgm:t>
        <a:bodyPr/>
        <a:lstStyle/>
        <a:p>
          <a:endParaRPr lang="en-US"/>
        </a:p>
      </dgm:t>
    </dgm:pt>
    <dgm:pt modelId="{10C25F63-BB07-4963-AD1B-EF5611F77DC4}" type="sibTrans" cxnId="{D259A5FD-D541-47BD-9D7F-E8243FE40211}">
      <dgm:prSet/>
      <dgm:spPr/>
      <dgm:t>
        <a:bodyPr/>
        <a:lstStyle/>
        <a:p>
          <a:endParaRPr lang="en-US"/>
        </a:p>
      </dgm:t>
    </dgm:pt>
    <dgm:pt modelId="{D94CC726-E18A-4593-8057-9A7ADB034307}">
      <dgm:prSet/>
      <dgm:spPr/>
      <dgm:t>
        <a:bodyPr/>
        <a:lstStyle/>
        <a:p>
          <a:pPr>
            <a:defRPr cap="all"/>
          </a:pPr>
          <a:r>
            <a:rPr lang="en-US"/>
            <a:t>Intellectual Property Protection</a:t>
          </a:r>
        </a:p>
      </dgm:t>
    </dgm:pt>
    <dgm:pt modelId="{DAC2A10E-573D-4688-8E64-E3932ABABF76}" type="parTrans" cxnId="{4DFC0468-3771-4EFC-A79A-F27C290FFF03}">
      <dgm:prSet/>
      <dgm:spPr/>
      <dgm:t>
        <a:bodyPr/>
        <a:lstStyle/>
        <a:p>
          <a:endParaRPr lang="en-US"/>
        </a:p>
      </dgm:t>
    </dgm:pt>
    <dgm:pt modelId="{011CCA51-96A5-4513-8E13-6173B94D9594}" type="sibTrans" cxnId="{4DFC0468-3771-4EFC-A79A-F27C290FFF03}">
      <dgm:prSet/>
      <dgm:spPr/>
      <dgm:t>
        <a:bodyPr/>
        <a:lstStyle/>
        <a:p>
          <a:endParaRPr lang="en-US"/>
        </a:p>
      </dgm:t>
    </dgm:pt>
    <dgm:pt modelId="{08500A40-1787-46CB-9885-92026C14C492}" type="pres">
      <dgm:prSet presAssocID="{F07E37C4-583A-4AA9-BBE6-00632C59EDB8}" presName="root" presStyleCnt="0">
        <dgm:presLayoutVars>
          <dgm:dir/>
          <dgm:resizeHandles val="exact"/>
        </dgm:presLayoutVars>
      </dgm:prSet>
      <dgm:spPr/>
    </dgm:pt>
    <dgm:pt modelId="{A8C650C3-A8C7-47CA-B430-CDC20D70B1EC}" type="pres">
      <dgm:prSet presAssocID="{62A526E7-D566-416C-AA14-C726C52AF8C3}" presName="compNode" presStyleCnt="0"/>
      <dgm:spPr/>
    </dgm:pt>
    <dgm:pt modelId="{FC3ECAC1-7FD3-4BF0-A368-CDED792856B2}" type="pres">
      <dgm:prSet presAssocID="{62A526E7-D566-416C-AA14-C726C52AF8C3}" presName="iconBgRect" presStyleLbl="bgShp" presStyleIdx="0" presStyleCnt="4"/>
      <dgm:spPr/>
    </dgm:pt>
    <dgm:pt modelId="{8989DB98-1ED1-4829-BE1C-D3D9F473995A}" type="pres">
      <dgm:prSet presAssocID="{62A526E7-D566-416C-AA14-C726C52AF8C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D5CAFD4A-BD6A-42A0-A0A4-0BFD29786B38}" type="pres">
      <dgm:prSet presAssocID="{62A526E7-D566-416C-AA14-C726C52AF8C3}" presName="spaceRect" presStyleCnt="0"/>
      <dgm:spPr/>
    </dgm:pt>
    <dgm:pt modelId="{0CED503D-602B-41FB-BC6E-83745E36579B}" type="pres">
      <dgm:prSet presAssocID="{62A526E7-D566-416C-AA14-C726C52AF8C3}" presName="textRect" presStyleLbl="revTx" presStyleIdx="0" presStyleCnt="4">
        <dgm:presLayoutVars>
          <dgm:chMax val="1"/>
          <dgm:chPref val="1"/>
        </dgm:presLayoutVars>
      </dgm:prSet>
      <dgm:spPr/>
    </dgm:pt>
    <dgm:pt modelId="{4A57BE25-8E82-4267-AD15-CAF0AD20EE98}" type="pres">
      <dgm:prSet presAssocID="{BDE81BFE-1676-4485-B3A7-681698325F75}" presName="sibTrans" presStyleCnt="0"/>
      <dgm:spPr/>
    </dgm:pt>
    <dgm:pt modelId="{9F4236E9-B598-47A9-A944-348A7620C0F2}" type="pres">
      <dgm:prSet presAssocID="{4FFAF60F-7C07-42A1-B9ED-1419B0CC00D0}" presName="compNode" presStyleCnt="0"/>
      <dgm:spPr/>
    </dgm:pt>
    <dgm:pt modelId="{F3F4D605-F537-4749-B532-A03B34CC49E2}" type="pres">
      <dgm:prSet presAssocID="{4FFAF60F-7C07-42A1-B9ED-1419B0CC00D0}" presName="iconBgRect" presStyleLbl="bgShp" presStyleIdx="1" presStyleCnt="4"/>
      <dgm:spPr/>
    </dgm:pt>
    <dgm:pt modelId="{7EFC4138-F67B-4D83-8E3C-F847CEF4A08C}" type="pres">
      <dgm:prSet presAssocID="{4FFAF60F-7C07-42A1-B9ED-1419B0CC00D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D25D7D9-74BE-4B5E-9029-94716527A2F0}" type="pres">
      <dgm:prSet presAssocID="{4FFAF60F-7C07-42A1-B9ED-1419B0CC00D0}" presName="spaceRect" presStyleCnt="0"/>
      <dgm:spPr/>
    </dgm:pt>
    <dgm:pt modelId="{BD14A8F6-26DC-41BA-AB28-47AD72559019}" type="pres">
      <dgm:prSet presAssocID="{4FFAF60F-7C07-42A1-B9ED-1419B0CC00D0}" presName="textRect" presStyleLbl="revTx" presStyleIdx="1" presStyleCnt="4">
        <dgm:presLayoutVars>
          <dgm:chMax val="1"/>
          <dgm:chPref val="1"/>
        </dgm:presLayoutVars>
      </dgm:prSet>
      <dgm:spPr/>
    </dgm:pt>
    <dgm:pt modelId="{83C5F3C7-1C3D-4FD8-8BD8-ABE76AC96928}" type="pres">
      <dgm:prSet presAssocID="{8D2F9AD0-8430-45B9-97FC-93D30C63173F}" presName="sibTrans" presStyleCnt="0"/>
      <dgm:spPr/>
    </dgm:pt>
    <dgm:pt modelId="{DAAB59C9-0440-4D4C-AE0C-2DC33637F789}" type="pres">
      <dgm:prSet presAssocID="{969E74E3-2EEC-4D1B-BCC5-4241B261D657}" presName="compNode" presStyleCnt="0"/>
      <dgm:spPr/>
    </dgm:pt>
    <dgm:pt modelId="{5FDB80D7-4D8A-4F74-93BD-F32BC575AE50}" type="pres">
      <dgm:prSet presAssocID="{969E74E3-2EEC-4D1B-BCC5-4241B261D657}" presName="iconBgRect" presStyleLbl="bgShp" presStyleIdx="2" presStyleCnt="4"/>
      <dgm:spPr/>
    </dgm:pt>
    <dgm:pt modelId="{3D2BB825-52A8-460B-A21D-CA348EEE8A23}" type="pres">
      <dgm:prSet presAssocID="{969E74E3-2EEC-4D1B-BCC5-4241B261D65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9246CE6-4E30-4732-BB08-DCBA59DA8054}" type="pres">
      <dgm:prSet presAssocID="{969E74E3-2EEC-4D1B-BCC5-4241B261D657}" presName="spaceRect" presStyleCnt="0"/>
      <dgm:spPr/>
    </dgm:pt>
    <dgm:pt modelId="{F0A73EDC-2E39-4761-8E6D-023311201670}" type="pres">
      <dgm:prSet presAssocID="{969E74E3-2EEC-4D1B-BCC5-4241B261D657}" presName="textRect" presStyleLbl="revTx" presStyleIdx="2" presStyleCnt="4">
        <dgm:presLayoutVars>
          <dgm:chMax val="1"/>
          <dgm:chPref val="1"/>
        </dgm:presLayoutVars>
      </dgm:prSet>
      <dgm:spPr/>
    </dgm:pt>
    <dgm:pt modelId="{12A8A713-85E8-4180-BEF2-4E50F9820210}" type="pres">
      <dgm:prSet presAssocID="{10C25F63-BB07-4963-AD1B-EF5611F77DC4}" presName="sibTrans" presStyleCnt="0"/>
      <dgm:spPr/>
    </dgm:pt>
    <dgm:pt modelId="{0CF270B0-4C72-44E3-B6BC-5ABC0B0FE4B6}" type="pres">
      <dgm:prSet presAssocID="{D94CC726-E18A-4593-8057-9A7ADB034307}" presName="compNode" presStyleCnt="0"/>
      <dgm:spPr/>
    </dgm:pt>
    <dgm:pt modelId="{C28CF8CC-6F89-419E-A6CB-720DAF12E576}" type="pres">
      <dgm:prSet presAssocID="{D94CC726-E18A-4593-8057-9A7ADB034307}" presName="iconBgRect" presStyleLbl="bgShp" presStyleIdx="3" presStyleCnt="4"/>
      <dgm:spPr/>
    </dgm:pt>
    <dgm:pt modelId="{7B733093-A4FA-4701-8878-74B80DF24743}" type="pres">
      <dgm:prSet presAssocID="{D94CC726-E18A-4593-8057-9A7ADB03430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D9ADD21-28D6-4425-8B4B-45D7FFF5CE0E}" type="pres">
      <dgm:prSet presAssocID="{D94CC726-E18A-4593-8057-9A7ADB034307}" presName="spaceRect" presStyleCnt="0"/>
      <dgm:spPr/>
    </dgm:pt>
    <dgm:pt modelId="{1FA72591-036C-4FF8-B6E3-6B0B70673682}" type="pres">
      <dgm:prSet presAssocID="{D94CC726-E18A-4593-8057-9A7ADB0343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91AF19-2F93-4D4D-9DFA-951B5C18DDC7}" srcId="{F07E37C4-583A-4AA9-BBE6-00632C59EDB8}" destId="{62A526E7-D566-416C-AA14-C726C52AF8C3}" srcOrd="0" destOrd="0" parTransId="{75EAABF6-0B69-48E9-B5FC-4D8167BF7A2A}" sibTransId="{BDE81BFE-1676-4485-B3A7-681698325F75}"/>
    <dgm:cxn modelId="{4DFC0468-3771-4EFC-A79A-F27C290FFF03}" srcId="{F07E37C4-583A-4AA9-BBE6-00632C59EDB8}" destId="{D94CC726-E18A-4593-8057-9A7ADB034307}" srcOrd="3" destOrd="0" parTransId="{DAC2A10E-573D-4688-8E64-E3932ABABF76}" sibTransId="{011CCA51-96A5-4513-8E13-6173B94D9594}"/>
    <dgm:cxn modelId="{929F4F72-D57E-4344-88EF-C53363A0CF48}" type="presOf" srcId="{969E74E3-2EEC-4D1B-BCC5-4241B261D657}" destId="{F0A73EDC-2E39-4761-8E6D-023311201670}" srcOrd="0" destOrd="0" presId="urn:microsoft.com/office/officeart/2018/5/layout/IconCircleLabelList"/>
    <dgm:cxn modelId="{E3493193-D938-4B01-B27F-9C45B82ABE8C}" type="presOf" srcId="{F07E37C4-583A-4AA9-BBE6-00632C59EDB8}" destId="{08500A40-1787-46CB-9885-92026C14C492}" srcOrd="0" destOrd="0" presId="urn:microsoft.com/office/officeart/2018/5/layout/IconCircleLabelList"/>
    <dgm:cxn modelId="{28570096-93EA-4A52-83A4-74DC282F9CDE}" type="presOf" srcId="{D94CC726-E18A-4593-8057-9A7ADB034307}" destId="{1FA72591-036C-4FF8-B6E3-6B0B70673682}" srcOrd="0" destOrd="0" presId="urn:microsoft.com/office/officeart/2018/5/layout/IconCircleLabelList"/>
    <dgm:cxn modelId="{FCE1D7A1-F6BC-45EA-BF3D-0F10B08CF710}" type="presOf" srcId="{62A526E7-D566-416C-AA14-C726C52AF8C3}" destId="{0CED503D-602B-41FB-BC6E-83745E36579B}" srcOrd="0" destOrd="0" presId="urn:microsoft.com/office/officeart/2018/5/layout/IconCircleLabelList"/>
    <dgm:cxn modelId="{025250B7-9C58-4BCF-B4A0-9AE15B8F7D09}" type="presOf" srcId="{4FFAF60F-7C07-42A1-B9ED-1419B0CC00D0}" destId="{BD14A8F6-26DC-41BA-AB28-47AD72559019}" srcOrd="0" destOrd="0" presId="urn:microsoft.com/office/officeart/2018/5/layout/IconCircleLabelList"/>
    <dgm:cxn modelId="{68204EBC-476E-4A11-AC62-BFCF663C5305}" srcId="{F07E37C4-583A-4AA9-BBE6-00632C59EDB8}" destId="{4FFAF60F-7C07-42A1-B9ED-1419B0CC00D0}" srcOrd="1" destOrd="0" parTransId="{A9128D23-4E4E-475F-997A-84D988D00CE8}" sibTransId="{8D2F9AD0-8430-45B9-97FC-93D30C63173F}"/>
    <dgm:cxn modelId="{D259A5FD-D541-47BD-9D7F-E8243FE40211}" srcId="{F07E37C4-583A-4AA9-BBE6-00632C59EDB8}" destId="{969E74E3-2EEC-4D1B-BCC5-4241B261D657}" srcOrd="2" destOrd="0" parTransId="{14A1529C-3B77-4E23-A60A-039D1D501BA5}" sibTransId="{10C25F63-BB07-4963-AD1B-EF5611F77DC4}"/>
    <dgm:cxn modelId="{AEE0A091-DBFF-42EB-9C93-1D66126E6A52}" type="presParOf" srcId="{08500A40-1787-46CB-9885-92026C14C492}" destId="{A8C650C3-A8C7-47CA-B430-CDC20D70B1EC}" srcOrd="0" destOrd="0" presId="urn:microsoft.com/office/officeart/2018/5/layout/IconCircleLabelList"/>
    <dgm:cxn modelId="{452297B3-A3F6-4941-9233-9C5B6FF893DF}" type="presParOf" srcId="{A8C650C3-A8C7-47CA-B430-CDC20D70B1EC}" destId="{FC3ECAC1-7FD3-4BF0-A368-CDED792856B2}" srcOrd="0" destOrd="0" presId="urn:microsoft.com/office/officeart/2018/5/layout/IconCircleLabelList"/>
    <dgm:cxn modelId="{E1EF4691-F2AA-4B70-B22B-D8EE9196A4AF}" type="presParOf" srcId="{A8C650C3-A8C7-47CA-B430-CDC20D70B1EC}" destId="{8989DB98-1ED1-4829-BE1C-D3D9F473995A}" srcOrd="1" destOrd="0" presId="urn:microsoft.com/office/officeart/2018/5/layout/IconCircleLabelList"/>
    <dgm:cxn modelId="{36688C08-F2F0-4987-BA03-3E3E291D9B89}" type="presParOf" srcId="{A8C650C3-A8C7-47CA-B430-CDC20D70B1EC}" destId="{D5CAFD4A-BD6A-42A0-A0A4-0BFD29786B38}" srcOrd="2" destOrd="0" presId="urn:microsoft.com/office/officeart/2018/5/layout/IconCircleLabelList"/>
    <dgm:cxn modelId="{B3A58E09-6560-4B80-AA4F-E176F23CAF8A}" type="presParOf" srcId="{A8C650C3-A8C7-47CA-B430-CDC20D70B1EC}" destId="{0CED503D-602B-41FB-BC6E-83745E36579B}" srcOrd="3" destOrd="0" presId="urn:microsoft.com/office/officeart/2018/5/layout/IconCircleLabelList"/>
    <dgm:cxn modelId="{EE0B7065-306B-4F2C-BAE2-C1B46DFAFDDD}" type="presParOf" srcId="{08500A40-1787-46CB-9885-92026C14C492}" destId="{4A57BE25-8E82-4267-AD15-CAF0AD20EE98}" srcOrd="1" destOrd="0" presId="urn:microsoft.com/office/officeart/2018/5/layout/IconCircleLabelList"/>
    <dgm:cxn modelId="{436E4A05-4630-4E12-9997-69C1B366AE59}" type="presParOf" srcId="{08500A40-1787-46CB-9885-92026C14C492}" destId="{9F4236E9-B598-47A9-A944-348A7620C0F2}" srcOrd="2" destOrd="0" presId="urn:microsoft.com/office/officeart/2018/5/layout/IconCircleLabelList"/>
    <dgm:cxn modelId="{0157D0F8-F741-40AF-9CD2-C090C4C1CE7D}" type="presParOf" srcId="{9F4236E9-B598-47A9-A944-348A7620C0F2}" destId="{F3F4D605-F537-4749-B532-A03B34CC49E2}" srcOrd="0" destOrd="0" presId="urn:microsoft.com/office/officeart/2018/5/layout/IconCircleLabelList"/>
    <dgm:cxn modelId="{BF63271E-8DCB-4C38-9754-4368E8CEE52E}" type="presParOf" srcId="{9F4236E9-B598-47A9-A944-348A7620C0F2}" destId="{7EFC4138-F67B-4D83-8E3C-F847CEF4A08C}" srcOrd="1" destOrd="0" presId="urn:microsoft.com/office/officeart/2018/5/layout/IconCircleLabelList"/>
    <dgm:cxn modelId="{9B7E2DED-7BD8-4998-B150-AFC52A327C9F}" type="presParOf" srcId="{9F4236E9-B598-47A9-A944-348A7620C0F2}" destId="{2D25D7D9-74BE-4B5E-9029-94716527A2F0}" srcOrd="2" destOrd="0" presId="urn:microsoft.com/office/officeart/2018/5/layout/IconCircleLabelList"/>
    <dgm:cxn modelId="{11578969-2457-45BE-BB5F-4029495946D7}" type="presParOf" srcId="{9F4236E9-B598-47A9-A944-348A7620C0F2}" destId="{BD14A8F6-26DC-41BA-AB28-47AD72559019}" srcOrd="3" destOrd="0" presId="urn:microsoft.com/office/officeart/2018/5/layout/IconCircleLabelList"/>
    <dgm:cxn modelId="{90BDB802-4703-4A1C-8F53-46F1B31C0A46}" type="presParOf" srcId="{08500A40-1787-46CB-9885-92026C14C492}" destId="{83C5F3C7-1C3D-4FD8-8BD8-ABE76AC96928}" srcOrd="3" destOrd="0" presId="urn:microsoft.com/office/officeart/2018/5/layout/IconCircleLabelList"/>
    <dgm:cxn modelId="{400C8192-F913-4A09-94F0-681C3C640314}" type="presParOf" srcId="{08500A40-1787-46CB-9885-92026C14C492}" destId="{DAAB59C9-0440-4D4C-AE0C-2DC33637F789}" srcOrd="4" destOrd="0" presId="urn:microsoft.com/office/officeart/2018/5/layout/IconCircleLabelList"/>
    <dgm:cxn modelId="{79DF8249-6503-4B55-9713-16B5EE2A49F0}" type="presParOf" srcId="{DAAB59C9-0440-4D4C-AE0C-2DC33637F789}" destId="{5FDB80D7-4D8A-4F74-93BD-F32BC575AE50}" srcOrd="0" destOrd="0" presId="urn:microsoft.com/office/officeart/2018/5/layout/IconCircleLabelList"/>
    <dgm:cxn modelId="{6B050692-675F-4A0A-977E-D9F9C57DFF46}" type="presParOf" srcId="{DAAB59C9-0440-4D4C-AE0C-2DC33637F789}" destId="{3D2BB825-52A8-460B-A21D-CA348EEE8A23}" srcOrd="1" destOrd="0" presId="urn:microsoft.com/office/officeart/2018/5/layout/IconCircleLabelList"/>
    <dgm:cxn modelId="{41C1EB35-F81E-4783-916D-C6435760EF32}" type="presParOf" srcId="{DAAB59C9-0440-4D4C-AE0C-2DC33637F789}" destId="{99246CE6-4E30-4732-BB08-DCBA59DA8054}" srcOrd="2" destOrd="0" presId="urn:microsoft.com/office/officeart/2018/5/layout/IconCircleLabelList"/>
    <dgm:cxn modelId="{96784591-AC10-4F2C-84C9-5CD0EF8F5343}" type="presParOf" srcId="{DAAB59C9-0440-4D4C-AE0C-2DC33637F789}" destId="{F0A73EDC-2E39-4761-8E6D-023311201670}" srcOrd="3" destOrd="0" presId="urn:microsoft.com/office/officeart/2018/5/layout/IconCircleLabelList"/>
    <dgm:cxn modelId="{305526B0-A9C3-4CD5-A13E-9149AC24934A}" type="presParOf" srcId="{08500A40-1787-46CB-9885-92026C14C492}" destId="{12A8A713-85E8-4180-BEF2-4E50F9820210}" srcOrd="5" destOrd="0" presId="urn:microsoft.com/office/officeart/2018/5/layout/IconCircleLabelList"/>
    <dgm:cxn modelId="{6B4E017E-54F0-44C6-ADBC-F370A0924037}" type="presParOf" srcId="{08500A40-1787-46CB-9885-92026C14C492}" destId="{0CF270B0-4C72-44E3-B6BC-5ABC0B0FE4B6}" srcOrd="6" destOrd="0" presId="urn:microsoft.com/office/officeart/2018/5/layout/IconCircleLabelList"/>
    <dgm:cxn modelId="{C6C4EC0F-4B9C-47DF-A641-5A46B65C1903}" type="presParOf" srcId="{0CF270B0-4C72-44E3-B6BC-5ABC0B0FE4B6}" destId="{C28CF8CC-6F89-419E-A6CB-720DAF12E576}" srcOrd="0" destOrd="0" presId="urn:microsoft.com/office/officeart/2018/5/layout/IconCircleLabelList"/>
    <dgm:cxn modelId="{4AB542C0-084B-49A1-934F-407044006DD4}" type="presParOf" srcId="{0CF270B0-4C72-44E3-B6BC-5ABC0B0FE4B6}" destId="{7B733093-A4FA-4701-8878-74B80DF24743}" srcOrd="1" destOrd="0" presId="urn:microsoft.com/office/officeart/2018/5/layout/IconCircleLabelList"/>
    <dgm:cxn modelId="{0F332210-9C4F-4ED2-9899-3919E0AF8A4D}" type="presParOf" srcId="{0CF270B0-4C72-44E3-B6BC-5ABC0B0FE4B6}" destId="{5D9ADD21-28D6-4425-8B4B-45D7FFF5CE0E}" srcOrd="2" destOrd="0" presId="urn:microsoft.com/office/officeart/2018/5/layout/IconCircleLabelList"/>
    <dgm:cxn modelId="{72F393FB-5FD6-4D8D-AB44-74D196897F7E}" type="presParOf" srcId="{0CF270B0-4C72-44E3-B6BC-5ABC0B0FE4B6}" destId="{1FA72591-036C-4FF8-B6E3-6B0B7067368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CB74E-FB9A-41D2-8050-A18CA2BA371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E7BCF9-14ED-45C1-B4C3-7A0B9152F144}">
      <dgm:prSet/>
      <dgm:spPr/>
      <dgm:t>
        <a:bodyPr/>
        <a:lstStyle/>
        <a:p>
          <a:r>
            <a:rPr lang="en-US" b="1"/>
            <a:t>Labor Laws</a:t>
          </a:r>
          <a:endParaRPr lang="en-US"/>
        </a:p>
      </dgm:t>
    </dgm:pt>
    <dgm:pt modelId="{C07A3AB0-5A7C-48CC-A255-B7104264F5E4}" type="parTrans" cxnId="{4B1EA41B-4D39-49DD-A1C6-C159DCE7DDD3}">
      <dgm:prSet/>
      <dgm:spPr/>
      <dgm:t>
        <a:bodyPr/>
        <a:lstStyle/>
        <a:p>
          <a:endParaRPr lang="en-US"/>
        </a:p>
      </dgm:t>
    </dgm:pt>
    <dgm:pt modelId="{036D67DD-2446-462A-A760-27C1D5E5F13D}" type="sibTrans" cxnId="{4B1EA41B-4D39-49DD-A1C6-C159DCE7DDD3}">
      <dgm:prSet/>
      <dgm:spPr/>
      <dgm:t>
        <a:bodyPr/>
        <a:lstStyle/>
        <a:p>
          <a:endParaRPr lang="en-US"/>
        </a:p>
      </dgm:t>
    </dgm:pt>
    <dgm:pt modelId="{333C1845-92DD-4CE5-BDE0-0F1AAF791BB7}">
      <dgm:prSet/>
      <dgm:spPr/>
      <dgm:t>
        <a:bodyPr/>
        <a:lstStyle/>
        <a:p>
          <a:r>
            <a:rPr lang="en-US" b="1"/>
            <a:t>Financing and Venture Capital</a:t>
          </a:r>
          <a:endParaRPr lang="en-US"/>
        </a:p>
      </dgm:t>
    </dgm:pt>
    <dgm:pt modelId="{13C00EBA-27F4-4258-894B-3B6E87068786}" type="parTrans" cxnId="{FBA9BA38-5B11-4356-BD34-0820D2A965E1}">
      <dgm:prSet/>
      <dgm:spPr/>
      <dgm:t>
        <a:bodyPr/>
        <a:lstStyle/>
        <a:p>
          <a:endParaRPr lang="en-US"/>
        </a:p>
      </dgm:t>
    </dgm:pt>
    <dgm:pt modelId="{6E24060A-3189-4A90-A472-73F051E4BA15}" type="sibTrans" cxnId="{FBA9BA38-5B11-4356-BD34-0820D2A965E1}">
      <dgm:prSet/>
      <dgm:spPr/>
      <dgm:t>
        <a:bodyPr/>
        <a:lstStyle/>
        <a:p>
          <a:endParaRPr lang="en-US"/>
        </a:p>
      </dgm:t>
    </dgm:pt>
    <dgm:pt modelId="{23E050FC-C6DA-4116-8C0B-B9A2C6197E07}">
      <dgm:prSet/>
      <dgm:spPr/>
      <dgm:t>
        <a:bodyPr/>
        <a:lstStyle/>
        <a:p>
          <a:r>
            <a:rPr lang="en-US" b="1"/>
            <a:t>Education &amp; Talent</a:t>
          </a:r>
          <a:endParaRPr lang="en-US"/>
        </a:p>
      </dgm:t>
    </dgm:pt>
    <dgm:pt modelId="{67226862-4B6C-4FB3-BF58-3D566C828C36}" type="parTrans" cxnId="{C67B5271-BFE1-489F-8E6F-48EDDB0B485B}">
      <dgm:prSet/>
      <dgm:spPr/>
      <dgm:t>
        <a:bodyPr/>
        <a:lstStyle/>
        <a:p>
          <a:endParaRPr lang="en-US"/>
        </a:p>
      </dgm:t>
    </dgm:pt>
    <dgm:pt modelId="{86240507-753E-404F-96B2-EA7A2EF4985A}" type="sibTrans" cxnId="{C67B5271-BFE1-489F-8E6F-48EDDB0B485B}">
      <dgm:prSet/>
      <dgm:spPr/>
      <dgm:t>
        <a:bodyPr/>
        <a:lstStyle/>
        <a:p>
          <a:endParaRPr lang="en-US"/>
        </a:p>
      </dgm:t>
    </dgm:pt>
    <dgm:pt modelId="{E4FCA7A7-4635-404B-A535-CF4212D625EE}">
      <dgm:prSet/>
      <dgm:spPr/>
      <dgm:t>
        <a:bodyPr/>
        <a:lstStyle/>
        <a:p>
          <a:r>
            <a:rPr lang="en-US" b="1"/>
            <a:t>Culture and Consumers</a:t>
          </a:r>
          <a:endParaRPr lang="en-US"/>
        </a:p>
      </dgm:t>
    </dgm:pt>
    <dgm:pt modelId="{A923BD0C-024A-4217-8F0C-049A9BD483C0}" type="parTrans" cxnId="{CD8D44C1-E65E-4814-996E-E7FEA8C7FF27}">
      <dgm:prSet/>
      <dgm:spPr/>
      <dgm:t>
        <a:bodyPr/>
        <a:lstStyle/>
        <a:p>
          <a:endParaRPr lang="en-US"/>
        </a:p>
      </dgm:t>
    </dgm:pt>
    <dgm:pt modelId="{7E116E04-5A9D-4C37-BBAB-0A20818496BB}" type="sibTrans" cxnId="{CD8D44C1-E65E-4814-996E-E7FEA8C7FF27}">
      <dgm:prSet/>
      <dgm:spPr/>
      <dgm:t>
        <a:bodyPr/>
        <a:lstStyle/>
        <a:p>
          <a:endParaRPr lang="en-US"/>
        </a:p>
      </dgm:t>
    </dgm:pt>
    <dgm:pt modelId="{433AA2C5-66E4-4037-89CE-D043768AE250}" type="pres">
      <dgm:prSet presAssocID="{5D1CB74E-FB9A-41D2-8050-A18CA2BA3717}" presName="vert0" presStyleCnt="0">
        <dgm:presLayoutVars>
          <dgm:dir/>
          <dgm:animOne val="branch"/>
          <dgm:animLvl val="lvl"/>
        </dgm:presLayoutVars>
      </dgm:prSet>
      <dgm:spPr/>
    </dgm:pt>
    <dgm:pt modelId="{20EB680F-0700-4651-992D-3B27C0D65755}" type="pres">
      <dgm:prSet presAssocID="{8AE7BCF9-14ED-45C1-B4C3-7A0B9152F144}" presName="thickLine" presStyleLbl="alignNode1" presStyleIdx="0" presStyleCnt="4"/>
      <dgm:spPr/>
    </dgm:pt>
    <dgm:pt modelId="{B46A4901-68D2-4F5A-8017-DB31685260A8}" type="pres">
      <dgm:prSet presAssocID="{8AE7BCF9-14ED-45C1-B4C3-7A0B9152F144}" presName="horz1" presStyleCnt="0"/>
      <dgm:spPr/>
    </dgm:pt>
    <dgm:pt modelId="{BCE4E67A-48B2-4CE3-8EDB-DB220AC8B615}" type="pres">
      <dgm:prSet presAssocID="{8AE7BCF9-14ED-45C1-B4C3-7A0B9152F144}" presName="tx1" presStyleLbl="revTx" presStyleIdx="0" presStyleCnt="4"/>
      <dgm:spPr/>
    </dgm:pt>
    <dgm:pt modelId="{089BBD1E-7EF5-4A48-9D4D-24374EA5BB24}" type="pres">
      <dgm:prSet presAssocID="{8AE7BCF9-14ED-45C1-B4C3-7A0B9152F144}" presName="vert1" presStyleCnt="0"/>
      <dgm:spPr/>
    </dgm:pt>
    <dgm:pt modelId="{4465D6C0-6006-4D6F-B3DF-35C35352CB47}" type="pres">
      <dgm:prSet presAssocID="{333C1845-92DD-4CE5-BDE0-0F1AAF791BB7}" presName="thickLine" presStyleLbl="alignNode1" presStyleIdx="1" presStyleCnt="4"/>
      <dgm:spPr/>
    </dgm:pt>
    <dgm:pt modelId="{0506CD6E-5B94-4BDD-BF67-5BE1EB69208D}" type="pres">
      <dgm:prSet presAssocID="{333C1845-92DD-4CE5-BDE0-0F1AAF791BB7}" presName="horz1" presStyleCnt="0"/>
      <dgm:spPr/>
    </dgm:pt>
    <dgm:pt modelId="{28B6CEB4-DCF5-4EE5-A61F-87CF56798378}" type="pres">
      <dgm:prSet presAssocID="{333C1845-92DD-4CE5-BDE0-0F1AAF791BB7}" presName="tx1" presStyleLbl="revTx" presStyleIdx="1" presStyleCnt="4"/>
      <dgm:spPr/>
    </dgm:pt>
    <dgm:pt modelId="{9839B4CE-00A9-4761-A855-93B92BCF8CD1}" type="pres">
      <dgm:prSet presAssocID="{333C1845-92DD-4CE5-BDE0-0F1AAF791BB7}" presName="vert1" presStyleCnt="0"/>
      <dgm:spPr/>
    </dgm:pt>
    <dgm:pt modelId="{667B2F11-FD15-4CD8-8E74-EAECB1A7656A}" type="pres">
      <dgm:prSet presAssocID="{23E050FC-C6DA-4116-8C0B-B9A2C6197E07}" presName="thickLine" presStyleLbl="alignNode1" presStyleIdx="2" presStyleCnt="4"/>
      <dgm:spPr/>
    </dgm:pt>
    <dgm:pt modelId="{B6A24E82-C677-483F-BF98-BF044615ACD1}" type="pres">
      <dgm:prSet presAssocID="{23E050FC-C6DA-4116-8C0B-B9A2C6197E07}" presName="horz1" presStyleCnt="0"/>
      <dgm:spPr/>
    </dgm:pt>
    <dgm:pt modelId="{F537CFDC-9BF5-4DD1-A8C6-E0446BCFA07F}" type="pres">
      <dgm:prSet presAssocID="{23E050FC-C6DA-4116-8C0B-B9A2C6197E07}" presName="tx1" presStyleLbl="revTx" presStyleIdx="2" presStyleCnt="4"/>
      <dgm:spPr/>
    </dgm:pt>
    <dgm:pt modelId="{8B5A02CC-E7D4-4443-A2BC-E971BC387BBC}" type="pres">
      <dgm:prSet presAssocID="{23E050FC-C6DA-4116-8C0B-B9A2C6197E07}" presName="vert1" presStyleCnt="0"/>
      <dgm:spPr/>
    </dgm:pt>
    <dgm:pt modelId="{FCFC1C8F-8525-4BD0-BF21-946B10C279A4}" type="pres">
      <dgm:prSet presAssocID="{E4FCA7A7-4635-404B-A535-CF4212D625EE}" presName="thickLine" presStyleLbl="alignNode1" presStyleIdx="3" presStyleCnt="4"/>
      <dgm:spPr/>
    </dgm:pt>
    <dgm:pt modelId="{29F8044D-E50E-4F85-A5B6-3C25C12648F5}" type="pres">
      <dgm:prSet presAssocID="{E4FCA7A7-4635-404B-A535-CF4212D625EE}" presName="horz1" presStyleCnt="0"/>
      <dgm:spPr/>
    </dgm:pt>
    <dgm:pt modelId="{752E55FA-B02F-4F17-810C-0707BF241A9E}" type="pres">
      <dgm:prSet presAssocID="{E4FCA7A7-4635-404B-A535-CF4212D625EE}" presName="tx1" presStyleLbl="revTx" presStyleIdx="3" presStyleCnt="4"/>
      <dgm:spPr/>
    </dgm:pt>
    <dgm:pt modelId="{CC409A96-B218-4A17-9FCC-81CB7433DEA1}" type="pres">
      <dgm:prSet presAssocID="{E4FCA7A7-4635-404B-A535-CF4212D625EE}" presName="vert1" presStyleCnt="0"/>
      <dgm:spPr/>
    </dgm:pt>
  </dgm:ptLst>
  <dgm:cxnLst>
    <dgm:cxn modelId="{25B6F60C-42B0-40A2-B455-5E16380FA9CA}" type="presOf" srcId="{E4FCA7A7-4635-404B-A535-CF4212D625EE}" destId="{752E55FA-B02F-4F17-810C-0707BF241A9E}" srcOrd="0" destOrd="0" presId="urn:microsoft.com/office/officeart/2008/layout/LinedList"/>
    <dgm:cxn modelId="{4B1EA41B-4D39-49DD-A1C6-C159DCE7DDD3}" srcId="{5D1CB74E-FB9A-41D2-8050-A18CA2BA3717}" destId="{8AE7BCF9-14ED-45C1-B4C3-7A0B9152F144}" srcOrd="0" destOrd="0" parTransId="{C07A3AB0-5A7C-48CC-A255-B7104264F5E4}" sibTransId="{036D67DD-2446-462A-A760-27C1D5E5F13D}"/>
    <dgm:cxn modelId="{FBA9BA38-5B11-4356-BD34-0820D2A965E1}" srcId="{5D1CB74E-FB9A-41D2-8050-A18CA2BA3717}" destId="{333C1845-92DD-4CE5-BDE0-0F1AAF791BB7}" srcOrd="1" destOrd="0" parTransId="{13C00EBA-27F4-4258-894B-3B6E87068786}" sibTransId="{6E24060A-3189-4A90-A472-73F051E4BA15}"/>
    <dgm:cxn modelId="{D6F3453A-57FE-43CA-9A0E-138769C26984}" type="presOf" srcId="{8AE7BCF9-14ED-45C1-B4C3-7A0B9152F144}" destId="{BCE4E67A-48B2-4CE3-8EDB-DB220AC8B615}" srcOrd="0" destOrd="0" presId="urn:microsoft.com/office/officeart/2008/layout/LinedList"/>
    <dgm:cxn modelId="{6B06524B-46BC-4A3B-A312-4AB0B0C122D1}" type="presOf" srcId="{333C1845-92DD-4CE5-BDE0-0F1AAF791BB7}" destId="{28B6CEB4-DCF5-4EE5-A61F-87CF56798378}" srcOrd="0" destOrd="0" presId="urn:microsoft.com/office/officeart/2008/layout/LinedList"/>
    <dgm:cxn modelId="{C67B5271-BFE1-489F-8E6F-48EDDB0B485B}" srcId="{5D1CB74E-FB9A-41D2-8050-A18CA2BA3717}" destId="{23E050FC-C6DA-4116-8C0B-B9A2C6197E07}" srcOrd="2" destOrd="0" parTransId="{67226862-4B6C-4FB3-BF58-3D566C828C36}" sibTransId="{86240507-753E-404F-96B2-EA7A2EF4985A}"/>
    <dgm:cxn modelId="{5D8072BB-0B17-4951-A31F-B148F86013CC}" type="presOf" srcId="{23E050FC-C6DA-4116-8C0B-B9A2C6197E07}" destId="{F537CFDC-9BF5-4DD1-A8C6-E0446BCFA07F}" srcOrd="0" destOrd="0" presId="urn:microsoft.com/office/officeart/2008/layout/LinedList"/>
    <dgm:cxn modelId="{CD8D44C1-E65E-4814-996E-E7FEA8C7FF27}" srcId="{5D1CB74E-FB9A-41D2-8050-A18CA2BA3717}" destId="{E4FCA7A7-4635-404B-A535-CF4212D625EE}" srcOrd="3" destOrd="0" parTransId="{A923BD0C-024A-4217-8F0C-049A9BD483C0}" sibTransId="{7E116E04-5A9D-4C37-BBAB-0A20818496BB}"/>
    <dgm:cxn modelId="{2E21E5E9-7631-44A1-947B-9532FD892636}" type="presOf" srcId="{5D1CB74E-FB9A-41D2-8050-A18CA2BA3717}" destId="{433AA2C5-66E4-4037-89CE-D043768AE250}" srcOrd="0" destOrd="0" presId="urn:microsoft.com/office/officeart/2008/layout/LinedList"/>
    <dgm:cxn modelId="{1D5BD1EB-A271-4D12-A429-CCCEE93E395A}" type="presParOf" srcId="{433AA2C5-66E4-4037-89CE-D043768AE250}" destId="{20EB680F-0700-4651-992D-3B27C0D65755}" srcOrd="0" destOrd="0" presId="urn:microsoft.com/office/officeart/2008/layout/LinedList"/>
    <dgm:cxn modelId="{D2AD5A73-0CC4-4120-A0DA-D2705F489A68}" type="presParOf" srcId="{433AA2C5-66E4-4037-89CE-D043768AE250}" destId="{B46A4901-68D2-4F5A-8017-DB31685260A8}" srcOrd="1" destOrd="0" presId="urn:microsoft.com/office/officeart/2008/layout/LinedList"/>
    <dgm:cxn modelId="{97F2CAF3-A0DC-4E01-AFCA-C01EF290E1C1}" type="presParOf" srcId="{B46A4901-68D2-4F5A-8017-DB31685260A8}" destId="{BCE4E67A-48B2-4CE3-8EDB-DB220AC8B615}" srcOrd="0" destOrd="0" presId="urn:microsoft.com/office/officeart/2008/layout/LinedList"/>
    <dgm:cxn modelId="{EBB9A4A4-03DF-4FCC-B596-74302B65F544}" type="presParOf" srcId="{B46A4901-68D2-4F5A-8017-DB31685260A8}" destId="{089BBD1E-7EF5-4A48-9D4D-24374EA5BB24}" srcOrd="1" destOrd="0" presId="urn:microsoft.com/office/officeart/2008/layout/LinedList"/>
    <dgm:cxn modelId="{EF60019D-1D7E-4EC7-BB1B-2047BD34D424}" type="presParOf" srcId="{433AA2C5-66E4-4037-89CE-D043768AE250}" destId="{4465D6C0-6006-4D6F-B3DF-35C35352CB47}" srcOrd="2" destOrd="0" presId="urn:microsoft.com/office/officeart/2008/layout/LinedList"/>
    <dgm:cxn modelId="{32AD57C3-CFF2-472C-9203-3CAA7C401323}" type="presParOf" srcId="{433AA2C5-66E4-4037-89CE-D043768AE250}" destId="{0506CD6E-5B94-4BDD-BF67-5BE1EB69208D}" srcOrd="3" destOrd="0" presId="urn:microsoft.com/office/officeart/2008/layout/LinedList"/>
    <dgm:cxn modelId="{7B55F774-A8F6-4A56-A7EA-7F51E4E2BBBC}" type="presParOf" srcId="{0506CD6E-5B94-4BDD-BF67-5BE1EB69208D}" destId="{28B6CEB4-DCF5-4EE5-A61F-87CF56798378}" srcOrd="0" destOrd="0" presId="urn:microsoft.com/office/officeart/2008/layout/LinedList"/>
    <dgm:cxn modelId="{DB386C93-B133-4E1D-A499-F5DBB8534180}" type="presParOf" srcId="{0506CD6E-5B94-4BDD-BF67-5BE1EB69208D}" destId="{9839B4CE-00A9-4761-A855-93B92BCF8CD1}" srcOrd="1" destOrd="0" presId="urn:microsoft.com/office/officeart/2008/layout/LinedList"/>
    <dgm:cxn modelId="{1FDEF91B-BEA8-4730-B2AD-9236A4A359B1}" type="presParOf" srcId="{433AA2C5-66E4-4037-89CE-D043768AE250}" destId="{667B2F11-FD15-4CD8-8E74-EAECB1A7656A}" srcOrd="4" destOrd="0" presId="urn:microsoft.com/office/officeart/2008/layout/LinedList"/>
    <dgm:cxn modelId="{DFD13E8B-0C11-4A86-8D44-84B1FC017C56}" type="presParOf" srcId="{433AA2C5-66E4-4037-89CE-D043768AE250}" destId="{B6A24E82-C677-483F-BF98-BF044615ACD1}" srcOrd="5" destOrd="0" presId="urn:microsoft.com/office/officeart/2008/layout/LinedList"/>
    <dgm:cxn modelId="{E2FCDB7F-2C95-4495-BD76-5E8263D91B76}" type="presParOf" srcId="{B6A24E82-C677-483F-BF98-BF044615ACD1}" destId="{F537CFDC-9BF5-4DD1-A8C6-E0446BCFA07F}" srcOrd="0" destOrd="0" presId="urn:microsoft.com/office/officeart/2008/layout/LinedList"/>
    <dgm:cxn modelId="{E370B10F-2E9D-42FA-8F3A-601E2928E8D2}" type="presParOf" srcId="{B6A24E82-C677-483F-BF98-BF044615ACD1}" destId="{8B5A02CC-E7D4-4443-A2BC-E971BC387BBC}" srcOrd="1" destOrd="0" presId="urn:microsoft.com/office/officeart/2008/layout/LinedList"/>
    <dgm:cxn modelId="{A1C63DCE-D633-4F2C-9F7C-A42787E045D8}" type="presParOf" srcId="{433AA2C5-66E4-4037-89CE-D043768AE250}" destId="{FCFC1C8F-8525-4BD0-BF21-946B10C279A4}" srcOrd="6" destOrd="0" presId="urn:microsoft.com/office/officeart/2008/layout/LinedList"/>
    <dgm:cxn modelId="{FFAB49EE-1F83-4F07-A600-A5B303A5EC8A}" type="presParOf" srcId="{433AA2C5-66E4-4037-89CE-D043768AE250}" destId="{29F8044D-E50E-4F85-A5B6-3C25C12648F5}" srcOrd="7" destOrd="0" presId="urn:microsoft.com/office/officeart/2008/layout/LinedList"/>
    <dgm:cxn modelId="{9485CC30-8E14-4A2C-AB8B-BEBE78ABB9D9}" type="presParOf" srcId="{29F8044D-E50E-4F85-A5B6-3C25C12648F5}" destId="{752E55FA-B02F-4F17-810C-0707BF241A9E}" srcOrd="0" destOrd="0" presId="urn:microsoft.com/office/officeart/2008/layout/LinedList"/>
    <dgm:cxn modelId="{6B1D2335-834E-4E5E-96D3-92D8B5CAC56C}" type="presParOf" srcId="{29F8044D-E50E-4F85-A5B6-3C25C12648F5}" destId="{CC409A96-B218-4A17-9FCC-81CB7433DEA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C8322-E3EF-4EE9-B157-D9EF631E72E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36FEB-1318-4858-B693-FC27FDE8A2BB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funding reaching 33%</a:t>
          </a:r>
          <a:r>
            <a:rPr lang="en-US" sz="2300" kern="1200" dirty="0">
              <a:latin typeface="Aptos Display" panose="02110004020202020204"/>
            </a:rPr>
            <a:t> worldwide</a:t>
          </a:r>
          <a:endParaRPr lang="en-US" sz="2300" kern="1200" dirty="0"/>
        </a:p>
      </dsp:txBody>
      <dsp:txXfrm>
        <a:off x="85060" y="2776702"/>
        <a:ext cx="3690000" cy="720000"/>
      </dsp:txXfrm>
    </dsp:sp>
    <dsp:sp modelId="{922F5559-1F97-4341-B3B7-5313C78FDE9F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B21B5-B481-4F58-943D-455FD93EAA43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highest ROI 13333.33</a:t>
          </a:r>
          <a:r>
            <a:rPr lang="en-US" sz="2300" kern="1200" dirty="0">
              <a:latin typeface="Aptos Display" panose="02110004020202020204"/>
            </a:rPr>
            <a:t> USD</a:t>
          </a:r>
          <a:endParaRPr lang="en-US" sz="2300" kern="1200" dirty="0"/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ECAC1-7FD3-4BF0-A368-CDED792856B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9DB98-1ED1-4829-BE1C-D3D9F473995A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D503D-602B-41FB-BC6E-83745E36579B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venture capital firms, angel investors</a:t>
          </a:r>
        </a:p>
      </dsp:txBody>
      <dsp:txXfrm>
        <a:off x="25435" y="2456402"/>
        <a:ext cx="1800000" cy="720000"/>
      </dsp:txXfrm>
    </dsp:sp>
    <dsp:sp modelId="{F3F4D605-F537-4749-B532-A03B34CC49E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C4138-F67B-4D83-8E3C-F847CEF4A08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4A8F6-26DC-41BA-AB28-47AD7255901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Supportive Infrastructure and Resources</a:t>
          </a:r>
        </a:p>
      </dsp:txBody>
      <dsp:txXfrm>
        <a:off x="2140435" y="2456402"/>
        <a:ext cx="1800000" cy="720000"/>
      </dsp:txXfrm>
    </dsp:sp>
    <dsp:sp modelId="{5FDB80D7-4D8A-4F74-93BD-F32BC575AE5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BB825-52A8-460B-A21D-CA348EEE8A2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3EDC-2E39-4761-8E6D-02331120167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Government Policies and Regulations</a:t>
          </a:r>
        </a:p>
      </dsp:txBody>
      <dsp:txXfrm>
        <a:off x="4255435" y="2456402"/>
        <a:ext cx="1800000" cy="720000"/>
      </dsp:txXfrm>
    </dsp:sp>
    <dsp:sp modelId="{C28CF8CC-6F89-419E-A6CB-720DAF12E57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33093-A4FA-4701-8878-74B80DF2474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72591-036C-4FF8-B6E3-6B0B70673682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Intellectual Property Protection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B680F-0700-4651-992D-3B27C0D65755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4E67A-48B2-4CE3-8EDB-DB220AC8B615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Labor Laws</a:t>
          </a:r>
          <a:endParaRPr lang="en-US" sz="3800" kern="1200"/>
        </a:p>
      </dsp:txBody>
      <dsp:txXfrm>
        <a:off x="0" y="0"/>
        <a:ext cx="4718785" cy="1382683"/>
      </dsp:txXfrm>
    </dsp:sp>
    <dsp:sp modelId="{4465D6C0-6006-4D6F-B3DF-35C35352CB47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6CEB4-DCF5-4EE5-A61F-87CF56798378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Financing and Venture Capital</a:t>
          </a:r>
          <a:endParaRPr lang="en-US" sz="3800" kern="1200"/>
        </a:p>
      </dsp:txBody>
      <dsp:txXfrm>
        <a:off x="0" y="1382683"/>
        <a:ext cx="4718785" cy="1382683"/>
      </dsp:txXfrm>
    </dsp:sp>
    <dsp:sp modelId="{667B2F11-FD15-4CD8-8E74-EAECB1A7656A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7CFDC-9BF5-4DD1-A8C6-E0446BCFA07F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Education &amp; Talent</a:t>
          </a:r>
          <a:endParaRPr lang="en-US" sz="3800" kern="1200"/>
        </a:p>
      </dsp:txBody>
      <dsp:txXfrm>
        <a:off x="0" y="2765367"/>
        <a:ext cx="4718785" cy="1382683"/>
      </dsp:txXfrm>
    </dsp:sp>
    <dsp:sp modelId="{FCFC1C8F-8525-4BD0-BF21-946B10C279A4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E55FA-B02F-4F17-810C-0707BF241A9E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Culture and Consumers</a:t>
          </a:r>
          <a:endParaRPr lang="en-US" sz="3800" kern="1200"/>
        </a:p>
      </dsp:txBody>
      <dsp:txXfrm>
        <a:off x="0" y="4148051"/>
        <a:ext cx="4718785" cy="1382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bonnell.com/move-to-the-usa/usa-culture/entrepreneurism-in-europe-vs-usa" TargetMode="External"/><Relationship Id="rId2" Type="http://schemas.openxmlformats.org/officeDocument/2006/relationships/hyperlink" Target="https://www23.statcan.gc.ca/imdb/p3VD.pl?Function=getVD&amp;TVD=5397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18F6-F360-303F-86E8-828FFBBFD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722" y="640080"/>
            <a:ext cx="5170932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Startup companies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48DC7-6F08-E45A-69A3-11C91A58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0722" y="4636008"/>
            <a:ext cx="5170932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Exploratory Data Analysis</a:t>
            </a:r>
          </a:p>
        </p:txBody>
      </p:sp>
      <p:pic>
        <p:nvPicPr>
          <p:cNvPr id="30" name="Picture 29" descr="Light bulb over people discussing">
            <a:extLst>
              <a:ext uri="{FF2B5EF4-FFF2-40B4-BE49-F238E27FC236}">
                <a16:creationId xmlns:a16="http://schemas.microsoft.com/office/drawing/2014/main" id="{55B155FD-F5EA-589D-FC01-A92B05A1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1" r="29680" b="-3"/>
          <a:stretch>
            <a:fillRect/>
          </a:stretch>
        </p:blipFill>
        <p:spPr>
          <a:xfrm>
            <a:off x="20" y="10"/>
            <a:ext cx="3037334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6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4409267"/>
            <a:ext cx="3182112" cy="18288"/>
          </a:xfrm>
          <a:custGeom>
            <a:avLst/>
            <a:gdLst>
              <a:gd name="csX0" fmla="*/ 0 w 3182112"/>
              <a:gd name="csY0" fmla="*/ 0 h 18288"/>
              <a:gd name="csX1" fmla="*/ 636422 w 3182112"/>
              <a:gd name="csY1" fmla="*/ 0 h 18288"/>
              <a:gd name="csX2" fmla="*/ 1241024 w 3182112"/>
              <a:gd name="csY2" fmla="*/ 0 h 18288"/>
              <a:gd name="csX3" fmla="*/ 1845625 w 3182112"/>
              <a:gd name="csY3" fmla="*/ 0 h 18288"/>
              <a:gd name="csX4" fmla="*/ 2545690 w 3182112"/>
              <a:gd name="csY4" fmla="*/ 0 h 18288"/>
              <a:gd name="csX5" fmla="*/ 3182112 w 3182112"/>
              <a:gd name="csY5" fmla="*/ 0 h 18288"/>
              <a:gd name="csX6" fmla="*/ 3182112 w 3182112"/>
              <a:gd name="csY6" fmla="*/ 18288 h 18288"/>
              <a:gd name="csX7" fmla="*/ 2545690 w 3182112"/>
              <a:gd name="csY7" fmla="*/ 18288 h 18288"/>
              <a:gd name="csX8" fmla="*/ 2004731 w 3182112"/>
              <a:gd name="csY8" fmla="*/ 18288 h 18288"/>
              <a:gd name="csX9" fmla="*/ 1400129 w 3182112"/>
              <a:gd name="csY9" fmla="*/ 18288 h 18288"/>
              <a:gd name="csX10" fmla="*/ 795528 w 3182112"/>
              <a:gd name="csY10" fmla="*/ 18288 h 18288"/>
              <a:gd name="csX11" fmla="*/ 0 w 3182112"/>
              <a:gd name="csY11" fmla="*/ 18288 h 18288"/>
              <a:gd name="csX12" fmla="*/ 0 w 318211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112" h="18288" fill="none" extrusionOk="0">
                <a:moveTo>
                  <a:pt x="0" y="0"/>
                </a:moveTo>
                <a:cubicBezTo>
                  <a:pt x="149227" y="9811"/>
                  <a:pt x="361579" y="-25608"/>
                  <a:pt x="636422" y="0"/>
                </a:cubicBezTo>
                <a:cubicBezTo>
                  <a:pt x="911265" y="25608"/>
                  <a:pt x="969922" y="-15588"/>
                  <a:pt x="1241024" y="0"/>
                </a:cubicBezTo>
                <a:cubicBezTo>
                  <a:pt x="1512126" y="15588"/>
                  <a:pt x="1611937" y="-6343"/>
                  <a:pt x="1845625" y="0"/>
                </a:cubicBezTo>
                <a:cubicBezTo>
                  <a:pt x="2079313" y="6343"/>
                  <a:pt x="2390997" y="18445"/>
                  <a:pt x="2545690" y="0"/>
                </a:cubicBezTo>
                <a:cubicBezTo>
                  <a:pt x="2700383" y="-18445"/>
                  <a:pt x="2898553" y="-25854"/>
                  <a:pt x="3182112" y="0"/>
                </a:cubicBezTo>
                <a:cubicBezTo>
                  <a:pt x="3181678" y="7551"/>
                  <a:pt x="3181645" y="9822"/>
                  <a:pt x="3182112" y="18288"/>
                </a:cubicBezTo>
                <a:cubicBezTo>
                  <a:pt x="2882016" y="32512"/>
                  <a:pt x="2839678" y="15853"/>
                  <a:pt x="2545690" y="18288"/>
                </a:cubicBezTo>
                <a:cubicBezTo>
                  <a:pt x="2251702" y="20723"/>
                  <a:pt x="2152589" y="14997"/>
                  <a:pt x="2004731" y="18288"/>
                </a:cubicBezTo>
                <a:cubicBezTo>
                  <a:pt x="1856873" y="21579"/>
                  <a:pt x="1653555" y="5080"/>
                  <a:pt x="1400129" y="18288"/>
                </a:cubicBezTo>
                <a:cubicBezTo>
                  <a:pt x="1146703" y="31496"/>
                  <a:pt x="1067656" y="18189"/>
                  <a:pt x="795528" y="18288"/>
                </a:cubicBezTo>
                <a:cubicBezTo>
                  <a:pt x="523400" y="18387"/>
                  <a:pt x="318441" y="1018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182112" h="18288" stroke="0" extrusionOk="0">
                <a:moveTo>
                  <a:pt x="0" y="0"/>
                </a:moveTo>
                <a:cubicBezTo>
                  <a:pt x="215562" y="1260"/>
                  <a:pt x="336090" y="6473"/>
                  <a:pt x="572780" y="0"/>
                </a:cubicBezTo>
                <a:cubicBezTo>
                  <a:pt x="809470" y="-6473"/>
                  <a:pt x="1080729" y="-23038"/>
                  <a:pt x="1272845" y="0"/>
                </a:cubicBezTo>
                <a:cubicBezTo>
                  <a:pt x="1464961" y="23038"/>
                  <a:pt x="1699922" y="1589"/>
                  <a:pt x="1813804" y="0"/>
                </a:cubicBezTo>
                <a:cubicBezTo>
                  <a:pt x="1927686" y="-1589"/>
                  <a:pt x="2116547" y="7184"/>
                  <a:pt x="2354763" y="0"/>
                </a:cubicBezTo>
                <a:cubicBezTo>
                  <a:pt x="2592979" y="-7184"/>
                  <a:pt x="2863919" y="3952"/>
                  <a:pt x="3182112" y="0"/>
                </a:cubicBezTo>
                <a:cubicBezTo>
                  <a:pt x="3182030" y="4406"/>
                  <a:pt x="3182023" y="9982"/>
                  <a:pt x="3182112" y="18288"/>
                </a:cubicBezTo>
                <a:cubicBezTo>
                  <a:pt x="2938288" y="16038"/>
                  <a:pt x="2724925" y="29080"/>
                  <a:pt x="2577511" y="18288"/>
                </a:cubicBezTo>
                <a:cubicBezTo>
                  <a:pt x="2430097" y="7496"/>
                  <a:pt x="2119926" y="47706"/>
                  <a:pt x="1972909" y="18288"/>
                </a:cubicBezTo>
                <a:cubicBezTo>
                  <a:pt x="1825892" y="-11130"/>
                  <a:pt x="1597470" y="43818"/>
                  <a:pt x="1368308" y="18288"/>
                </a:cubicBezTo>
                <a:cubicBezTo>
                  <a:pt x="1139146" y="-7242"/>
                  <a:pt x="981628" y="18679"/>
                  <a:pt x="668244" y="18288"/>
                </a:cubicBezTo>
                <a:cubicBezTo>
                  <a:pt x="354860" y="17897"/>
                  <a:pt x="259749" y="211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5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24CE45-E9A5-8DBD-08F1-D0D923C3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tx2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8A2FF-0BBF-CEA4-E0C4-E353E6168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why majority of startups with percentage of 58.6% start in USA? how does it vary by country to another?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32.4% of startups are in California state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7% of them are in New York City</a:t>
            </a:r>
            <a:endParaRPr lang="en-US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6822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BFBF-0E3D-7A25-81C0-96C1ACB9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99" y="2881164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Quantitative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C89C0-A68B-04C0-B2B2-71C84190F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2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AA7AE1B2-68E9-7869-105E-EE27D967A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534" y="643466"/>
            <a:ext cx="74529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5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B1CA4B46-296A-85FE-CA27-B8433EF3B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709549"/>
            <a:ext cx="8178799" cy="54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70864-01FD-7DCC-B9EB-BBC0E6D1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Remarkable numbers in USA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3D783B-90EA-6FD3-838A-8575F4352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8042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01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 of cities&#10;&#10;AI-generated content may be incorrect.">
            <a:extLst>
              <a:ext uri="{FF2B5EF4-FFF2-40B4-BE49-F238E27FC236}">
                <a16:creationId xmlns:a16="http://schemas.microsoft.com/office/drawing/2014/main" id="{D85F49AF-2B90-E114-A6D5-893AF7602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05" y="1239563"/>
            <a:ext cx="8453886" cy="54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5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DB1BAF99-6722-DC62-89DA-86461B94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" r="25302" b="-2"/>
          <a:stretch>
            <a:fillRect/>
          </a:stretch>
        </p:blipFill>
        <p:spPr>
          <a:xfrm>
            <a:off x="20" y="431"/>
            <a:ext cx="6086455" cy="6408311"/>
          </a:xfrm>
          <a:prstGeom prst="rect">
            <a:avLst/>
          </a:prstGeom>
        </p:spPr>
      </p:pic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5649D33B-7125-3ECF-E596-CF8AC8D69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394" y="2418408"/>
            <a:ext cx="2207110" cy="35402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Arial"/>
                <a:cs typeface="Arial"/>
              </a:rPr>
              <a:t>16% of startups in USA are in software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8741"/>
            <a:ext cx="9143997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8742"/>
            <a:ext cx="6086475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89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B537-7E2B-8FA0-016F-262848BF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25" y="379503"/>
            <a:ext cx="7886700" cy="1325563"/>
          </a:xfrm>
        </p:spPr>
        <p:txBody>
          <a:bodyPr/>
          <a:lstStyle/>
          <a:p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operating    85.9%
acquired     9.6%
closed       2.6%
</a:t>
            </a:r>
            <a:r>
              <a:rPr lang="en-US" sz="1600" dirty="0" err="1">
                <a:highlight>
                  <a:srgbClr val="FFFFFF"/>
                </a:highlight>
                <a:latin typeface="Arial"/>
                <a:cs typeface="Arial"/>
              </a:rPr>
              <a:t>ipo</a:t>
            </a: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          1.7%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4" name="Content Placeholder 3" descr="A blue circle with a triangle in the middle&#10;&#10;AI-generated content may be incorrect.">
            <a:extLst>
              <a:ext uri="{FF2B5EF4-FFF2-40B4-BE49-F238E27FC236}">
                <a16:creationId xmlns:a16="http://schemas.microsoft.com/office/drawing/2014/main" id="{9280E788-564B-D23B-4A18-B2D1311AB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840493"/>
            <a:ext cx="5909094" cy="46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399ED-5423-D873-9F9B-704815E4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Qualitative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653470-D668-1E8A-B3DA-EEC1B4A13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589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261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26003-9C0E-6CAD-43C2-66E020BB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Startups in USA vs Europe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5EAD99-E9A9-E19C-F9F4-118B756F1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51549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355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F3E9-F341-0B71-F714-1EA46A55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DF23E-797F-5589-42D6-43F879A6B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u="sng" dirty="0">
                <a:highlight>
                  <a:srgbClr val="FFFFFF"/>
                </a:highlight>
                <a:latin typeface="Arial"/>
                <a:cs typeface="Arial"/>
                <a:hlinkClick r:id="rId2"/>
              </a:rPr>
              <a:t>https://www23.statcan.gc.ca/imdb/p3VD.pl?Function=getVD&amp;TVD=53971</a:t>
            </a:r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000" u="sng" dirty="0">
                <a:highlight>
                  <a:srgbClr val="FFFFFF"/>
                </a:highlight>
                <a:latin typeface="Arial"/>
                <a:cs typeface="Arial"/>
                <a:hlinkClick r:id="rId3"/>
              </a:rPr>
              <a:t>Entrepreneurism in Europe vs U.S.: Why the “American Dream” is Still Best — Mount Bonnell Advisors</a:t>
            </a:r>
            <a:endParaRPr lang="ar-SA" sz="2000">
              <a:highlight>
                <a:srgbClr val="C6C6C6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174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Startup companies</vt:lpstr>
      <vt:lpstr>Objective</vt:lpstr>
      <vt:lpstr>Quantitative Analysis</vt:lpstr>
      <vt:lpstr>PowerPoint Presentation</vt:lpstr>
      <vt:lpstr>PowerPoint Presentation</vt:lpstr>
      <vt:lpstr>Remarkable numbers in USA</vt:lpstr>
      <vt:lpstr>PowerPoint Presentation</vt:lpstr>
      <vt:lpstr>PowerPoint Presentation</vt:lpstr>
      <vt:lpstr>operating    85.9%
acquired     9.6%
closed       2.6%
ipo          1.7%</vt:lpstr>
      <vt:lpstr>Qualitative Analysis</vt:lpstr>
      <vt:lpstr>Startups in USA vs Europe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236</cp:revision>
  <dcterms:created xsi:type="dcterms:W3CDTF">2026-09-28T13:20:26Z</dcterms:created>
  <dcterms:modified xsi:type="dcterms:W3CDTF">2026-09-28T19:06:20Z</dcterms:modified>
</cp:coreProperties>
</file>